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4"/>
  </p:notesMasterIdLst>
  <p:handoutMasterIdLst>
    <p:handoutMasterId r:id="rId2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72" y="16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Smart Home Energy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12CAD-BF5D-70CA-0E79-B11FDFC207CB}"/>
              </a:ext>
            </a:extLst>
          </p:cNvPr>
          <p:cNvSpPr txBox="1"/>
          <p:nvPr/>
        </p:nvSpPr>
        <p:spPr>
          <a:xfrm>
            <a:off x="7826477" y="5053781"/>
            <a:ext cx="399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 PALLEY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What is SHEMS?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386796-C49A-8100-D038-9E0EE90C5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884380"/>
            <a:ext cx="641084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modern, technology-driven solution designed to efficiently monitor, control, and optimize electrical energy consumption within a smart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real-time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wastage and improves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network-connected devices, automation rules,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60" y="250979"/>
            <a:ext cx="6240026" cy="1621287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E2B950B-BF13-71F7-F2D1-427E7305D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68" y="1582340"/>
            <a:ext cx="85428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Proposed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Unified management of all smart devices.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tracking of energy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 device control based on preset schedules.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insights into consumption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Secured access using Authentication and Role-Based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26" y="795921"/>
            <a:ext cx="9806219" cy="649421"/>
          </a:xfrm>
        </p:spPr>
        <p:txBody>
          <a:bodyPr/>
          <a:lstStyle/>
          <a:p>
            <a:r>
              <a:rPr lang="en-IN" sz="3200" dirty="0"/>
              <a:t>System Configuration (Tech Stack)</a:t>
            </a:r>
            <a:endParaRPr lang="en-US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16250B-DE93-18EF-2009-5D981F9CD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658537"/>
            <a:ext cx="7887956" cy="521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21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Security (JWT Authorization)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Hibernate/JPA (No manual SQL queries)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RESTful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&amp;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ReactJS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Tools: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 &amp; MySQL Workbench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Community Edition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(API Testing) &amp; GitHub (Version Control)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991" y="5222"/>
            <a:ext cx="7965461" cy="994164"/>
          </a:xfrm>
        </p:spPr>
        <p:txBody>
          <a:bodyPr/>
          <a:lstStyle/>
          <a:p>
            <a:r>
              <a:rPr lang="en-IN" dirty="0"/>
              <a:t>Project Modules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F51C3-FA7A-A272-ED32-02B26EDDEB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44757" y="1322777"/>
            <a:ext cx="7965461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Authentication &amp; Role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Secure login, registration, and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Smart Device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Adding, updating, and removing devices; status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Real-Time Energy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Live monitoring of energy for each device.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Charts and graphs showing peak hours and consumption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Automation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Automatic ON/OFF control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Recommendation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Smart suggestions to optimize usage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C6CFA-89C2-677C-BEAA-AF722FF8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6" y="777977"/>
            <a:ext cx="3530723" cy="47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6" y="-567166"/>
            <a:ext cx="8016297" cy="2520217"/>
          </a:xfrm>
        </p:spPr>
        <p:txBody>
          <a:bodyPr/>
          <a:lstStyle/>
          <a:p>
            <a:r>
              <a:rPr lang="en-IN" sz="2800" dirty="0"/>
              <a:t>Module 1 - Authentication &amp; Role Management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9702AC-6C46-45AA-67AC-053BF9F973B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578942" y="1953051"/>
            <a:ext cx="76627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provide a secure entry point for the application using encryption and token-based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Activities: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Registration &amp; Login.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Password Encryption.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JWT (JSON Web Token) generation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Role-based screen access (Admin vs. User).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9" y="223442"/>
            <a:ext cx="8359171" cy="1222385"/>
          </a:xfrm>
        </p:spPr>
        <p:txBody>
          <a:bodyPr/>
          <a:lstStyle/>
          <a:p>
            <a:r>
              <a:rPr lang="fr-FR" dirty="0"/>
              <a:t>Module 1 -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D42CD7-41CB-003A-6F37-E956D6DA4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055510" y="619432"/>
            <a:ext cx="3057832" cy="6017342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79AAFA6-4383-AAFD-1F9D-9308136F82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1692" y="1026464"/>
            <a:ext cx="8170008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(Entity Class):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Stores user profile details (username, password, name).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role information used for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AuthController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REST APIs for login and registration.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the bridge between the Frontend and the Backend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AuthService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Handles core business logic.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Validates login credentials and encrypts passwords.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Generates and validates JWT tokens.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UserRepository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Communicates directly with the MySQL database using JPA.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Methods include finding users by username and saving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A2E9-466D-0B8D-ABE3-58943B9E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2 - </a:t>
            </a:r>
            <a:r>
              <a:rPr lang="en-IN" sz="2800" dirty="0"/>
              <a:t>Smart Device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B37D6-8BD4-5EC5-7FC7-F8FE43E41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832466-817E-7DF5-07D6-B9D279E359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383185"/>
            <a:ext cx="880787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Primary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To digitize physical appliances into manageable software entities.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Device Registration: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Users can add devices (e.g., "Living Room AC").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Status Toggling: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Switch devices ON or OFF remotely.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Attribute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Update power ratings (Wattage)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Inventory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View all connected devices in a grid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7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DEF1-DA80-E240-9A74-143CED95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2 -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33A57-B6B0-52A5-FB07-E5F823A49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4207" y="2331791"/>
            <a:ext cx="9127419" cy="37218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</a:t>
            </a:r>
            <a:r>
              <a:rPr lang="en-US" dirty="0"/>
              <a:t> User adds a new device.</a:t>
            </a:r>
          </a:p>
          <a:p>
            <a:r>
              <a:rPr lang="en-US" b="1" dirty="0"/>
              <a:t>Start:</a:t>
            </a:r>
            <a:r>
              <a:rPr lang="en-US" dirty="0"/>
              <a:t> User clicks "Add Device" on Dashboard.</a:t>
            </a:r>
          </a:p>
          <a:p>
            <a:r>
              <a:rPr lang="en-US" b="1" dirty="0"/>
              <a:t>Input:</a:t>
            </a:r>
            <a:r>
              <a:rPr lang="en-US" dirty="0"/>
              <a:t> User enters Details (Name: "Fan", Watts: "75W", Room: "Bedroom").</a:t>
            </a:r>
          </a:p>
          <a:p>
            <a:r>
              <a:rPr lang="en-US" b="1" dirty="0"/>
              <a:t>Validation:</a:t>
            </a:r>
            <a:r>
              <a:rPr lang="en-US" dirty="0"/>
              <a:t> Frontend checks for empty fields; Backend checks if device limit is reached.</a:t>
            </a:r>
          </a:p>
          <a:p>
            <a:r>
              <a:rPr lang="en-US" b="1" dirty="0"/>
              <a:t>Processing:</a:t>
            </a:r>
            <a:r>
              <a:rPr lang="en-US" dirty="0"/>
              <a:t> </a:t>
            </a:r>
            <a:r>
              <a:rPr lang="en-US" dirty="0" err="1"/>
              <a:t>DeviceService</a:t>
            </a:r>
            <a:r>
              <a:rPr lang="en-US" dirty="0"/>
              <a:t> maps the device to the current User ID.</a:t>
            </a:r>
          </a:p>
          <a:p>
            <a:r>
              <a:rPr lang="en-US" b="1" dirty="0"/>
              <a:t>Database:</a:t>
            </a:r>
            <a:r>
              <a:rPr lang="en-US" dirty="0"/>
              <a:t> </a:t>
            </a:r>
            <a:r>
              <a:rPr lang="en-US" dirty="0" err="1"/>
              <a:t>DeviceRepository</a:t>
            </a:r>
            <a:r>
              <a:rPr lang="en-US" dirty="0"/>
              <a:t> saves the entry to the DEVICES table.</a:t>
            </a:r>
          </a:p>
          <a:p>
            <a:r>
              <a:rPr lang="en-US" b="1" dirty="0"/>
              <a:t>End:</a:t>
            </a:r>
            <a:r>
              <a:rPr lang="en-US" dirty="0"/>
              <a:t> Device appears on the User Dashboard.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C2A11-76DF-CDE1-1F1C-F3F6BEFF4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6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9125-3B06-8945-0ECF-9391F3B0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2 -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37DD3-6DEB-83C1-8B2B-2155E6A10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690" y="2331791"/>
            <a:ext cx="8776329" cy="3721817"/>
          </a:xfrm>
        </p:spPr>
        <p:txBody>
          <a:bodyPr/>
          <a:lstStyle/>
          <a:p>
            <a:r>
              <a:rPr lang="en-US" dirty="0"/>
              <a:t>The module consists of four primary classes:</a:t>
            </a:r>
          </a:p>
          <a:p>
            <a:pPr lvl="1"/>
            <a:r>
              <a:rPr lang="en-US" b="1" dirty="0"/>
              <a:t>Device (Model):</a:t>
            </a:r>
            <a:r>
              <a:rPr lang="en-US" dirty="0"/>
              <a:t> Represents the data structure/entity.</a:t>
            </a:r>
          </a:p>
          <a:p>
            <a:pPr lvl="1"/>
            <a:r>
              <a:rPr lang="en-US" b="1" dirty="0" err="1"/>
              <a:t>DeviceController</a:t>
            </a:r>
            <a:r>
              <a:rPr lang="en-US" b="1" dirty="0"/>
              <a:t>:</a:t>
            </a:r>
            <a:r>
              <a:rPr lang="en-US" dirty="0"/>
              <a:t> The API entry point.</a:t>
            </a:r>
          </a:p>
          <a:p>
            <a:pPr lvl="1"/>
            <a:r>
              <a:rPr lang="en-US" b="1" dirty="0" err="1"/>
              <a:t>DeviceService</a:t>
            </a:r>
            <a:r>
              <a:rPr lang="en-US" b="1" dirty="0"/>
              <a:t>:</a:t>
            </a:r>
            <a:r>
              <a:rPr lang="en-US" dirty="0"/>
              <a:t> The logic layer.</a:t>
            </a:r>
          </a:p>
          <a:p>
            <a:pPr lvl="1"/>
            <a:r>
              <a:rPr lang="en-US" b="1" dirty="0" err="1"/>
              <a:t>DeviceRepository</a:t>
            </a:r>
            <a:r>
              <a:rPr lang="en-US" b="1" dirty="0"/>
              <a:t>:</a:t>
            </a:r>
            <a:r>
              <a:rPr lang="en-US" dirty="0"/>
              <a:t> The database interface.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FE724-461C-E679-ED7A-70E8619EB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9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0A2B-4DBF-7F35-B893-1F6456B6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76" y="1598568"/>
            <a:ext cx="9879437" cy="980844"/>
          </a:xfrm>
        </p:spPr>
        <p:txBody>
          <a:bodyPr/>
          <a:lstStyle/>
          <a:p>
            <a:r>
              <a:rPr lang="en-US" altLang="en-US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Class: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 Unicode MS"/>
              </a:rPr>
              <a:t>Device</a:t>
            </a:r>
            <a:b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79652-14F2-7F08-4047-D7EF4ED9C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977557-431F-1D28-5612-968FFF82301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988" y="2761426"/>
            <a:ext cx="79076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Attributes: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Long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(Unique Identifier)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(e.g., "Smart Bulb 1")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(Categorization)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(Current state)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location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(Physical placement)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ipAddress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(Network ID)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config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(Settings)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951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3FD1-B04B-E6C3-4D55-B3175EB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DEVICE CONTROLLER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B2670-91B8-216E-F56F-101813966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DB1E365-83EA-474E-DA85-AFC042C4C3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81316" y="2299874"/>
            <a:ext cx="104175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DeviceController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API Layer (REST Controller).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endpoints to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Receives user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Endpoints: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register a new appliance.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toggleDevice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switch an appliance ON or OFF.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4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36CF-44B3-4400-6ADC-AF76968A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SERVICE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C6AE7-D280-6F31-A7EF-539E0B422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C7337C-9EFA-4B2A-9084-19301A9974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4" y="2299874"/>
            <a:ext cx="114409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DeviceService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business logic and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a bridge between the Controller and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updateStatus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56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977C-C2D3-4053-793B-DC528163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DEVICEREPOSITRY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D1EE2-97B8-0FE5-9022-0C25E080A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E97421-0BA9-1E95-1E00-55ED10EEA78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484539"/>
            <a:ext cx="74459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DeviceRepository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Data Access Object (DAO).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Performs SQL operations on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table.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Abstracts the database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save(Device)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Inserts or updates a record.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findAll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Retrieves all device records.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68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E461-4427-AE11-BC32-E23B1674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F5F86-7EC4-5B84-7B2F-CD491DCF9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F25234-6240-CAC1-D6B1-956319FF7C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1283" y="2167801"/>
            <a:ext cx="101789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Outputs: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device status updates (e.g., notifying the dashboard when a light turns 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comprehensive device list for the frontend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2 successfully establishes the backend infrastructure to track and control smart home assets, serving as the foundation for the Energy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2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98A4-2884-72D9-FEB1-2FB8DBB2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457199"/>
            <a:ext cx="9879437" cy="1215737"/>
          </a:xfrm>
        </p:spPr>
        <p:txBody>
          <a:bodyPr/>
          <a:lstStyle/>
          <a:p>
            <a:r>
              <a:rPr lang="en-US" dirty="0"/>
              <a:t>Module 3: Real-Time Energy Tracking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F943-A9C2-3953-8961-4BEED96B2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Real-Time Energy Tracking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9C74-2AE6-2D22-AD3D-C06677CA0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7154" y="2851337"/>
            <a:ext cx="6345893" cy="2063564"/>
          </a:xfrm>
        </p:spPr>
        <p:txBody>
          <a:bodyPr/>
          <a:lstStyle/>
          <a:p>
            <a:r>
              <a:rPr lang="en-US" dirty="0"/>
              <a:t>Monitors live electricity consumption of all smart devices</a:t>
            </a:r>
          </a:p>
          <a:p>
            <a:r>
              <a:rPr lang="en-US" dirty="0"/>
              <a:t>Collects data continuously from connected IoT sensors</a:t>
            </a:r>
          </a:p>
          <a:p>
            <a:r>
              <a:rPr lang="en-US" dirty="0"/>
              <a:t>Displays current power usage in watts (W) and units (kWh)</a:t>
            </a:r>
          </a:p>
          <a:p>
            <a:r>
              <a:rPr lang="en-US" dirty="0"/>
              <a:t>Enables users to understand energy usage instantly</a:t>
            </a:r>
          </a:p>
          <a:p>
            <a:r>
              <a:rPr lang="en-US" dirty="0"/>
              <a:t>Forms the foundation for analytics and optimization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49752-C888-153C-D50A-BB6407A11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7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B818-DD5F-FF6C-A4B0-58D13AC1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290945"/>
            <a:ext cx="9879437" cy="1070264"/>
          </a:xfrm>
        </p:spPr>
        <p:txBody>
          <a:bodyPr/>
          <a:lstStyle/>
          <a:p>
            <a:pPr algn="ctr"/>
            <a:r>
              <a:rPr lang="en-IN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D593-5BB2-9D47-5CBA-11B62640D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200" b="1" dirty="0"/>
              <a:t>Core Functionalities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7D8A8-14FF-FFA0-E2BF-42A7113BEE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Live device-level energy monitoring</a:t>
            </a:r>
          </a:p>
          <a:p>
            <a:r>
              <a:rPr lang="en-US" sz="2400" dirty="0"/>
              <a:t>Instant ON/OFF status tracking</a:t>
            </a:r>
          </a:p>
          <a:p>
            <a:r>
              <a:rPr lang="en-US" sz="2400" dirty="0"/>
              <a:t>Automatic meter data updates</a:t>
            </a:r>
          </a:p>
          <a:p>
            <a:r>
              <a:rPr lang="en-US" sz="2400" dirty="0"/>
              <a:t>Historical energy logging</a:t>
            </a:r>
          </a:p>
          <a:p>
            <a:r>
              <a:rPr lang="en-US" sz="2400" dirty="0"/>
              <a:t>Alerts for abnormal or excessive consumption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55120-3831-9A72-2B4B-55B6BA537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2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6962-F17D-2EDF-1271-D5776E73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Process /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58833-9476-273A-7264-1B88CDF99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Tech Stack Used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WebSocket/AJAX for live updates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F5DF0-664D-7D7D-85FA-BB834D1CC8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How It Works</a:t>
            </a:r>
            <a:endParaRPr lang="en-US" dirty="0"/>
          </a:p>
          <a:p>
            <a:r>
              <a:rPr lang="en-US" dirty="0"/>
              <a:t>Smart devices send readings via IoT sensors</a:t>
            </a:r>
          </a:p>
          <a:p>
            <a:r>
              <a:rPr lang="en-US" dirty="0"/>
              <a:t>Backend (Spring Boot) collects data through REST APIs</a:t>
            </a:r>
          </a:p>
          <a:p>
            <a:r>
              <a:rPr lang="en-US" dirty="0"/>
              <a:t>Data stored in MySQL database</a:t>
            </a:r>
          </a:p>
          <a:p>
            <a:r>
              <a:rPr lang="en-US" dirty="0"/>
              <a:t>Real-time updates pushed to frontend</a:t>
            </a:r>
          </a:p>
          <a:p>
            <a:r>
              <a:rPr lang="en-US" dirty="0"/>
              <a:t>Dashboard displays live consumption graphs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862BB-5484-0043-F6EE-DA8097F1C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382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256A-54E9-1E93-429F-26291123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722283"/>
            <a:ext cx="9879437" cy="980844"/>
          </a:xfrm>
        </p:spPr>
        <p:txBody>
          <a:bodyPr/>
          <a:lstStyle/>
          <a:p>
            <a:r>
              <a:rPr lang="en-IN" dirty="0"/>
              <a:t>Benefits &amp;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2BC5E-CB39-01C8-5283-6ADF40B26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9256" y="2331791"/>
            <a:ext cx="10123792" cy="3721817"/>
          </a:xfrm>
        </p:spPr>
        <p:txBody>
          <a:bodyPr>
            <a:normAutofit/>
          </a:bodyPr>
          <a:lstStyle/>
          <a:p>
            <a:r>
              <a:rPr lang="en-US" sz="2800" dirty="0"/>
              <a:t>Helps reduce electricity bills</a:t>
            </a:r>
          </a:p>
          <a:p>
            <a:r>
              <a:rPr lang="en-US" sz="2800" dirty="0"/>
              <a:t>Detects energy wastage instantly</a:t>
            </a:r>
          </a:p>
          <a:p>
            <a:r>
              <a:rPr lang="en-US" sz="2800" dirty="0"/>
              <a:t>Improves device efficiency</a:t>
            </a:r>
          </a:p>
          <a:p>
            <a:r>
              <a:rPr lang="en-US" sz="2800" dirty="0"/>
              <a:t>Enables quick decision-making</a:t>
            </a:r>
          </a:p>
          <a:p>
            <a:r>
              <a:rPr lang="en-US" sz="2800" dirty="0"/>
              <a:t>Supports future automation &amp; scheduling</a:t>
            </a:r>
          </a:p>
          <a:p>
            <a:endParaRPr lang="en-IN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AABE-F17C-55DB-8B6E-5FD9B8BB6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684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{D1EA55A7-3231-41BA-B18A-79653673CA37}tf78438558_win32</Template>
  <TotalTime>438</TotalTime>
  <Words>1060</Words>
  <Application>Microsoft Office PowerPoint</Application>
  <PresentationFormat>Widescreen</PresentationFormat>
  <Paragraphs>173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Arial Unicode MS</vt:lpstr>
      <vt:lpstr>Calibri</vt:lpstr>
      <vt:lpstr>Sabon Next LT</vt:lpstr>
      <vt:lpstr>Times New Roman</vt:lpstr>
      <vt:lpstr>Custom</vt:lpstr>
      <vt:lpstr>Smart Home Energy Management System</vt:lpstr>
      <vt:lpstr>What is SHEMS?</vt:lpstr>
      <vt:lpstr>Proposed Solution</vt:lpstr>
      <vt:lpstr>System Configuration (Tech Stack)</vt:lpstr>
      <vt:lpstr>Project Modules</vt:lpstr>
      <vt:lpstr>Module 1 - Authentication &amp; Role Management</vt:lpstr>
      <vt:lpstr>Module 1 - Technical Implementation (Classes)</vt:lpstr>
      <vt:lpstr>MODULE 2 - Smart Device Management</vt:lpstr>
      <vt:lpstr>Module 2 - Workflow</vt:lpstr>
      <vt:lpstr>Module 2 - Technical Implementation (Classes)</vt:lpstr>
      <vt:lpstr>Class: Device </vt:lpstr>
      <vt:lpstr> DEVICE CONTROLLER</vt:lpstr>
      <vt:lpstr>DEVICE SERVICE</vt:lpstr>
      <vt:lpstr>DEVICEREPOSITRY</vt:lpstr>
      <vt:lpstr>Outputs &amp; Deliverables</vt:lpstr>
      <vt:lpstr>Module 3: Real-Time Energy Tracking</vt:lpstr>
      <vt:lpstr>Key Features</vt:lpstr>
      <vt:lpstr>Working Process / Architecture</vt:lpstr>
      <vt:lpstr>Benefits &amp;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swetha palley</dc:creator>
  <cp:lastModifiedBy>swetha palley</cp:lastModifiedBy>
  <cp:revision>5</cp:revision>
  <dcterms:created xsi:type="dcterms:W3CDTF">2025-12-07T15:32:14Z</dcterms:created>
  <dcterms:modified xsi:type="dcterms:W3CDTF">2026-02-05T11:41:47Z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