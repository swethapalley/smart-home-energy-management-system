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20" r:id="rId12"/>
    <p:sldId id="321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5388" autoAdjust="0"/>
  </p:normalViewPr>
  <p:slideViewPr>
    <p:cSldViewPr snapToGrid="0" snapToObjects="1">
      <p:cViewPr varScale="1">
        <p:scale>
          <a:sx n="74" d="100"/>
          <a:sy n="74" d="100"/>
        </p:scale>
        <p:origin x="72" y="16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Smart Home Energy Management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12CAD-BF5D-70CA-0E79-B11FDFC207CB}"/>
              </a:ext>
            </a:extLst>
          </p:cNvPr>
          <p:cNvSpPr txBox="1"/>
          <p:nvPr/>
        </p:nvSpPr>
        <p:spPr>
          <a:xfrm>
            <a:off x="7826477" y="5053781"/>
            <a:ext cx="399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SWETHA PALLEY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IN" dirty="0"/>
              <a:t>What is SHEMS?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386796-C49A-8100-D038-9E0EE90C5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2884380"/>
            <a:ext cx="641084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modern, technology-driven solution designed to efficiently monitor, control, and optimize electrical energy consumption within a smart home.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Capabilities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real-time energy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energy wastage and improves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network-connected devices, automation rules, and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60" y="250979"/>
            <a:ext cx="6240026" cy="1621287"/>
          </a:xfrm>
        </p:spPr>
        <p:txBody>
          <a:bodyPr/>
          <a:lstStyle/>
          <a:p>
            <a:r>
              <a:rPr lang="en-IN" dirty="0"/>
              <a:t>Proposed Solution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E2B950B-BF13-71F7-F2D1-427E7305D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68" y="1582340"/>
            <a:ext cx="854285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the Proposed System: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Control: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Unified management of all smart devices.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Live tracking of energy consumption.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Scheduling: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Automatic device control based on preset schedules.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insights into consumption patterns.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Secured access using Authentication and Role-Based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26" y="795921"/>
            <a:ext cx="9806219" cy="649421"/>
          </a:xfrm>
        </p:spPr>
        <p:txBody>
          <a:bodyPr/>
          <a:lstStyle/>
          <a:p>
            <a:r>
              <a:rPr lang="en-IN" sz="3200" dirty="0"/>
              <a:t>System Configuration (Tech Stack)</a:t>
            </a:r>
            <a:endParaRPr lang="en-US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716250B-DE93-18EF-2009-5D981F9CD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658537"/>
            <a:ext cx="7887956" cy="521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Technologies: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21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Spring Boot, Spring MVC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Spring Security (JWT Authorization)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Hibernate/JPA (No manual SQL queries)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RESTful Web Services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Technologies: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 &amp;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CSS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ReactJS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&amp; Tools: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Database &amp; MySQL Workbench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 IDEA Community Edition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 (API Testing) &amp; GitHub (Version Control)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991" y="5222"/>
            <a:ext cx="7965461" cy="994164"/>
          </a:xfrm>
        </p:spPr>
        <p:txBody>
          <a:bodyPr/>
          <a:lstStyle/>
          <a:p>
            <a:r>
              <a:rPr lang="en-IN" dirty="0"/>
              <a:t>Project Modules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7F51C3-FA7A-A272-ED32-02B26EDDEB2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744757" y="1322777"/>
            <a:ext cx="7965461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Authentication &amp; Role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Secure login, registration, and role-based access.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Smart Device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Adding, updating, and removing devices; status control.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Real-Time Energy Tracking: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Live monitoring of energy for each device.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Analytics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Charts and graphs showing peak hours and consumption trends.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Automation Scheduling: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Automatic ON/OFF control based on rules.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Recommendation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Smart suggestions to optimize usage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C6CFA-89C2-677C-BEAA-AF722FF8F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6" y="777977"/>
            <a:ext cx="3530723" cy="47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116" y="-567166"/>
            <a:ext cx="8016297" cy="2520217"/>
          </a:xfrm>
        </p:spPr>
        <p:txBody>
          <a:bodyPr/>
          <a:lstStyle/>
          <a:p>
            <a:r>
              <a:rPr lang="en-IN" sz="2800" dirty="0"/>
              <a:t>Module 1 - Authentication &amp; Role Management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9702AC-6C46-45AA-67AC-053BF9F973B9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3578942" y="1953051"/>
            <a:ext cx="76627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To provide a secure entry point for the application using encryption and token-based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Activities: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Registration &amp; Login.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Password Encryption.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JWT (JSON Web Token) generation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Role-based screen access (Admin vs. User).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29" y="223442"/>
            <a:ext cx="8359171" cy="1222385"/>
          </a:xfrm>
        </p:spPr>
        <p:txBody>
          <a:bodyPr/>
          <a:lstStyle/>
          <a:p>
            <a:r>
              <a:rPr lang="fr-FR" dirty="0"/>
              <a:t>Module 1 - </a:t>
            </a:r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r>
              <a:rPr lang="fr-FR" dirty="0"/>
              <a:t> (Classes)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D42CD7-41CB-003A-6F37-E956D6DA4E6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9055510" y="619432"/>
            <a:ext cx="3057832" cy="6017342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79AAFA6-4383-AAFD-1F9D-9308136F826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1692" y="1026464"/>
            <a:ext cx="8170008" cy="62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(Entity Class):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Stores user profile details (username, password, name).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Contains role information used for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AuthController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Exposes REST APIs for login and registration.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Acts as the bridge between the Frontend and the Backend Service layer.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AuthService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Handles core business logic.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Validates login credentials and encrypts passwords.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Generates and validates JWT tokens.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UserRepository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Communicates directly with the MySQL database using JPA.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Methods include finding users by username and saving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A2E9-466D-0B8D-ABE3-58943B9E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2 - </a:t>
            </a:r>
            <a:r>
              <a:rPr lang="en-IN" sz="2800" dirty="0"/>
              <a:t>Smart Device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B37D6-8BD4-5EC5-7FC7-F8FE43E41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A832466-817E-7DF5-07D6-B9D279E359D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3" y="2383185"/>
            <a:ext cx="880787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Primary 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To digitize physical appliances into manageable software entities.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Device Registration: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Users can add devices (e.g., "Living Room AC").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Status Toggling: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Switch devices ON or OFF remotely.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Attribute Management: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Update power ratings (Wattage) 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Inventory List: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View all connected devices in a grid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72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DD5D7-0CB1-5A2F-9BE2-1B0D285B1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7198581" cy="3704266"/>
          </a:xfrm>
        </p:spPr>
        <p:txBody>
          <a:bodyPr/>
          <a:lstStyle/>
          <a:p>
            <a:pPr algn="ctr"/>
            <a:r>
              <a:rPr lang="en-US" sz="7200" dirty="0"/>
              <a:t>THANK YOU</a:t>
            </a:r>
            <a:endParaRPr lang="en-IN" sz="7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D9B086-F083-2131-8E5C-A794CDACE0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7820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{D1EA55A7-3231-41BA-B18A-79653673CA37}tf78438558_win32</Template>
  <TotalTime>429</TotalTime>
  <Words>498</Words>
  <Application>Microsoft Office PowerPoint</Application>
  <PresentationFormat>Widescreen</PresentationFormat>
  <Paragraphs>73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Sabon Next LT</vt:lpstr>
      <vt:lpstr>Times New Roman</vt:lpstr>
      <vt:lpstr>Custom</vt:lpstr>
      <vt:lpstr>Smart Home Energy Management System</vt:lpstr>
      <vt:lpstr>What is SHEMS?</vt:lpstr>
      <vt:lpstr>Proposed Solution</vt:lpstr>
      <vt:lpstr>System Configuration (Tech Stack)</vt:lpstr>
      <vt:lpstr>Project Modules</vt:lpstr>
      <vt:lpstr>Module 1 - Authentication &amp; Role Management</vt:lpstr>
      <vt:lpstr>Module 1 - Technical Implementation (Classes)</vt:lpstr>
      <vt:lpstr>MODULE 2 - Smart Device Management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swetha palley</dc:creator>
  <cp:lastModifiedBy>swetha palley</cp:lastModifiedBy>
  <cp:revision>5</cp:revision>
  <dcterms:created xsi:type="dcterms:W3CDTF">2025-12-07T15:32:14Z</dcterms:created>
  <dcterms:modified xsi:type="dcterms:W3CDTF">2026-02-05T11:57:13Z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